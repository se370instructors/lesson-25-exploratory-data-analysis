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8B621-AE70-4CB3-88B3-F4F402EB5F57}" v="2" dt="2022-03-22T11:49:27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3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 Kim" userId="accc2f24-e717-4f65-a7da-a2627220c4b8" providerId="ADAL" clId="{1387D655-1675-4D7D-91AB-8703E41D72A1}"/>
    <pc:docChg chg="undo redo custSel delSld modSld">
      <pc:chgData name="Jae Kim" userId="accc2f24-e717-4f65-a7da-a2627220c4b8" providerId="ADAL" clId="{1387D655-1675-4D7D-91AB-8703E41D72A1}" dt="2022-03-16T16:43:30.766" v="33" actId="20577"/>
      <pc:docMkLst>
        <pc:docMk/>
      </pc:docMkLst>
      <pc:sldChg chg="addSp delSp modSp mod setBg setClrOvrMap">
        <pc:chgData name="Jae Kim" userId="accc2f24-e717-4f65-a7da-a2627220c4b8" providerId="ADAL" clId="{1387D655-1675-4D7D-91AB-8703E41D72A1}" dt="2022-03-16T16:42:04.953" v="15" actId="26606"/>
        <pc:sldMkLst>
          <pc:docMk/>
          <pc:sldMk cId="3859366770" sldId="257"/>
        </pc:sldMkLst>
        <pc:spChg chg="mo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3" creationId="{C2245AB1-302F-7A4B-8D2D-E7EBE77A3307}"/>
          </ac:spMkLst>
        </pc:spChg>
        <pc:spChg chg="ad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90" creationId="{B7BD7FCF-A254-4A97-A15C-319B67622677}"/>
          </ac:spMkLst>
        </pc:spChg>
        <pc:spChg chg="add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92" creationId="{52FFAF72-6204-4676-9C6F-9A4CC4D91805}"/>
          </ac:spMkLst>
        </pc:spChg>
        <pc:spChg chg="del">
          <ac:chgData name="Jae Kim" userId="accc2f24-e717-4f65-a7da-a2627220c4b8" providerId="ADAL" clId="{1387D655-1675-4D7D-91AB-8703E41D72A1}" dt="2022-03-16T16:42:04.953" v="15" actId="26606"/>
          <ac:spMkLst>
            <pc:docMk/>
            <pc:sldMk cId="3859366770" sldId="257"/>
            <ac:spMk id="1045" creationId="{E49CC64F-7275-4E33-961B-0C5CDC439875}"/>
          </ac:spMkLst>
        </pc:spChg>
        <pc:picChg chg="add mod">
          <ac:chgData name="Jae Kim" userId="accc2f24-e717-4f65-a7da-a2627220c4b8" providerId="ADAL" clId="{1387D655-1675-4D7D-91AB-8703E41D72A1}" dt="2022-03-16T16:42:04.953" v="15" actId="26606"/>
          <ac:picMkLst>
            <pc:docMk/>
            <pc:sldMk cId="3859366770" sldId="257"/>
            <ac:picMk id="4" creationId="{8BD2AA1E-C3F3-4B28-B321-A83E475DFC1E}"/>
          </ac:picMkLst>
        </pc:picChg>
        <pc:picChg chg="del">
          <ac:chgData name="Jae Kim" userId="accc2f24-e717-4f65-a7da-a2627220c4b8" providerId="ADAL" clId="{1387D655-1675-4D7D-91AB-8703E41D72A1}" dt="2022-03-16T16:41:53.912" v="13" actId="478"/>
          <ac:picMkLst>
            <pc:docMk/>
            <pc:sldMk cId="3859366770" sldId="257"/>
            <ac:picMk id="1026" creationId="{ACD73D5C-6C30-45C1-8D5C-3E70144B1802}"/>
          </ac:picMkLst>
        </pc:picChg>
      </pc:sldChg>
      <pc:sldChg chg="del">
        <pc:chgData name="Jae Kim" userId="accc2f24-e717-4f65-a7da-a2627220c4b8" providerId="ADAL" clId="{1387D655-1675-4D7D-91AB-8703E41D72A1}" dt="2022-03-16T16:40:01.934" v="0" actId="47"/>
        <pc:sldMkLst>
          <pc:docMk/>
          <pc:sldMk cId="289278416" sldId="258"/>
        </pc:sldMkLst>
      </pc:sldChg>
      <pc:sldChg chg="addSp delSp modSp mod">
        <pc:chgData name="Jae Kim" userId="accc2f24-e717-4f65-a7da-a2627220c4b8" providerId="ADAL" clId="{1387D655-1675-4D7D-91AB-8703E41D72A1}" dt="2022-03-16T16:43:30.766" v="33" actId="20577"/>
        <pc:sldMkLst>
          <pc:docMk/>
          <pc:sldMk cId="2891860099" sldId="259"/>
        </pc:sldMkLst>
        <pc:spChg chg="mod">
          <ac:chgData name="Jae Kim" userId="accc2f24-e717-4f65-a7da-a2627220c4b8" providerId="ADAL" clId="{1387D655-1675-4D7D-91AB-8703E41D72A1}" dt="2022-03-16T16:43:30.766" v="33" actId="20577"/>
          <ac:spMkLst>
            <pc:docMk/>
            <pc:sldMk cId="2891860099" sldId="259"/>
            <ac:spMk id="7" creationId="{55661805-6A49-403C-979A-6A19F94C7216}"/>
          </ac:spMkLst>
        </pc:spChg>
        <pc:picChg chg="add del">
          <ac:chgData name="Jae Kim" userId="accc2f24-e717-4f65-a7da-a2627220c4b8" providerId="ADAL" clId="{1387D655-1675-4D7D-91AB-8703E41D72A1}" dt="2022-03-16T16:41:01.689" v="10" actId="22"/>
          <ac:picMkLst>
            <pc:docMk/>
            <pc:sldMk cId="2891860099" sldId="259"/>
            <ac:picMk id="4" creationId="{CECF18B2-1838-4A42-AA7C-E04A7CE6255A}"/>
          </ac:picMkLst>
        </pc:picChg>
      </pc:sldChg>
      <pc:sldChg chg="modSp mod">
        <pc:chgData name="Jae Kim" userId="accc2f24-e717-4f65-a7da-a2627220c4b8" providerId="ADAL" clId="{1387D655-1675-4D7D-91AB-8703E41D72A1}" dt="2022-03-16T16:40:09.637" v="2" actId="20577"/>
        <pc:sldMkLst>
          <pc:docMk/>
          <pc:sldMk cId="1965210602" sldId="260"/>
        </pc:sldMkLst>
        <pc:spChg chg="mod">
          <ac:chgData name="Jae Kim" userId="accc2f24-e717-4f65-a7da-a2627220c4b8" providerId="ADAL" clId="{1387D655-1675-4D7D-91AB-8703E41D72A1}" dt="2022-03-16T16:40:09.637" v="2" actId="20577"/>
          <ac:spMkLst>
            <pc:docMk/>
            <pc:sldMk cId="1965210602" sldId="260"/>
            <ac:spMk id="7" creationId="{55661805-6A49-403C-979A-6A19F94C7216}"/>
          </ac:spMkLst>
        </pc:spChg>
      </pc:sldChg>
    </pc:docChg>
  </pc:docChgLst>
  <pc:docChgLst>
    <pc:chgData name="Jae Kim" userId="accc2f24-e717-4f65-a7da-a2627220c4b8" providerId="ADAL" clId="{5B18486E-89B6-45C7-8050-09CBE85832AD}"/>
    <pc:docChg chg="modSld">
      <pc:chgData name="Jae Kim" userId="accc2f24-e717-4f65-a7da-a2627220c4b8" providerId="ADAL" clId="{5B18486E-89B6-45C7-8050-09CBE85832AD}" dt="2022-03-16T16:44:47.373" v="19" actId="20577"/>
      <pc:docMkLst>
        <pc:docMk/>
      </pc:docMkLst>
      <pc:sldChg chg="modSp mod">
        <pc:chgData name="Jae Kim" userId="accc2f24-e717-4f65-a7da-a2627220c4b8" providerId="ADAL" clId="{5B18486E-89B6-45C7-8050-09CBE85832AD}" dt="2022-03-16T16:44:47.373" v="19" actId="20577"/>
        <pc:sldMkLst>
          <pc:docMk/>
          <pc:sldMk cId="3859366770" sldId="257"/>
        </pc:sldMkLst>
        <pc:spChg chg="mod">
          <ac:chgData name="Jae Kim" userId="accc2f24-e717-4f65-a7da-a2627220c4b8" providerId="ADAL" clId="{5B18486E-89B6-45C7-8050-09CBE85832AD}" dt="2022-03-16T16:44:47.373" v="19" actId="20577"/>
          <ac:spMkLst>
            <pc:docMk/>
            <pc:sldMk cId="3859366770" sldId="257"/>
            <ac:spMk id="2" creationId="{6CD4C77A-7A0A-7941-A1CA-5F95F3A2BFB4}"/>
          </ac:spMkLst>
        </pc:spChg>
      </pc:sldChg>
    </pc:docChg>
  </pc:docChgLst>
  <pc:docChgLst>
    <pc:chgData name="Kim, Jae H MAJ" userId="accc2f24-e717-4f65-a7da-a2627220c4b8" providerId="ADAL" clId="{BCC8B621-AE70-4CB3-88B3-F4F402EB5F57}"/>
    <pc:docChg chg="undo redo custSel addSld delSld modSld">
      <pc:chgData name="Kim, Jae H MAJ" userId="accc2f24-e717-4f65-a7da-a2627220c4b8" providerId="ADAL" clId="{BCC8B621-AE70-4CB3-88B3-F4F402EB5F57}" dt="2022-03-22T11:52:10.187" v="138" actId="20577"/>
      <pc:docMkLst>
        <pc:docMk/>
      </pc:docMkLst>
      <pc:sldChg chg="addSp delSp modSp mod">
        <pc:chgData name="Kim, Jae H MAJ" userId="accc2f24-e717-4f65-a7da-a2627220c4b8" providerId="ADAL" clId="{BCC8B621-AE70-4CB3-88B3-F4F402EB5F57}" dt="2022-03-22T11:49:49.487" v="33" actId="20577"/>
        <pc:sldMkLst>
          <pc:docMk/>
          <pc:sldMk cId="3859366770" sldId="257"/>
        </pc:sldMkLst>
        <pc:spChg chg="mod">
          <ac:chgData name="Kim, Jae H MAJ" userId="accc2f24-e717-4f65-a7da-a2627220c4b8" providerId="ADAL" clId="{BCC8B621-AE70-4CB3-88B3-F4F402EB5F57}" dt="2022-03-22T11:49:49.487" v="33" actId="20577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3" creationId="{C2245AB1-302F-7A4B-8D2D-E7EBE77A3307}"/>
          </ac:spMkLst>
        </pc:spChg>
        <pc:spChg chg="del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90" creationId="{B7BD7FCF-A254-4A97-A15C-319B67622677}"/>
          </ac:spMkLst>
        </pc:spChg>
        <pc:spChg chg="del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92" creationId="{52FFAF72-6204-4676-9C6F-9A4CC4D91805}"/>
          </ac:spMkLst>
        </pc:spChg>
        <pc:spChg chg="add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135" creationId="{605494DE-B078-4D87-BB01-C84320618DAD}"/>
          </ac:spMkLst>
        </pc:spChg>
        <pc:spChg chg="add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137" creationId="{9A0576B0-CD8C-4661-95C8-A9F2CE7CDDB0}"/>
          </ac:spMkLst>
        </pc:spChg>
        <pc:spChg chg="add">
          <ac:chgData name="Kim, Jae H MAJ" userId="accc2f24-e717-4f65-a7da-a2627220c4b8" providerId="ADAL" clId="{BCC8B621-AE70-4CB3-88B3-F4F402EB5F57}" dt="2022-03-22T11:49:35.390" v="4" actId="26606"/>
          <ac:spMkLst>
            <pc:docMk/>
            <pc:sldMk cId="3859366770" sldId="257"/>
            <ac:spMk id="139" creationId="{3FF60E2B-3919-423C-B1FF-56CDE6681165}"/>
          </ac:spMkLst>
        </pc:spChg>
        <pc:picChg chg="del">
          <ac:chgData name="Kim, Jae H MAJ" userId="accc2f24-e717-4f65-a7da-a2627220c4b8" providerId="ADAL" clId="{BCC8B621-AE70-4CB3-88B3-F4F402EB5F57}" dt="2022-03-22T11:49:26.759" v="2" actId="478"/>
          <ac:picMkLst>
            <pc:docMk/>
            <pc:sldMk cId="3859366770" sldId="257"/>
            <ac:picMk id="4" creationId="{8BD2AA1E-C3F3-4B28-B321-A83E475DFC1E}"/>
          </ac:picMkLst>
        </pc:picChg>
        <pc:picChg chg="add mod">
          <ac:chgData name="Kim, Jae H MAJ" userId="accc2f24-e717-4f65-a7da-a2627220c4b8" providerId="ADAL" clId="{BCC8B621-AE70-4CB3-88B3-F4F402EB5F57}" dt="2022-03-22T11:49:35.390" v="4" actId="26606"/>
          <ac:picMkLst>
            <pc:docMk/>
            <pc:sldMk cId="3859366770" sldId="257"/>
            <ac:picMk id="1026" creationId="{DE566A38-0AE9-476A-8BFD-004A67615A55}"/>
          </ac:picMkLst>
        </pc:picChg>
      </pc:sldChg>
      <pc:sldChg chg="del">
        <pc:chgData name="Kim, Jae H MAJ" userId="accc2f24-e717-4f65-a7da-a2627220c4b8" providerId="ADAL" clId="{BCC8B621-AE70-4CB3-88B3-F4F402EB5F57}" dt="2022-03-22T11:50:50.445" v="45" actId="47"/>
        <pc:sldMkLst>
          <pc:docMk/>
          <pc:sldMk cId="2891860099" sldId="259"/>
        </pc:sldMkLst>
      </pc:sldChg>
      <pc:sldChg chg="modSp mod">
        <pc:chgData name="Kim, Jae H MAJ" userId="accc2f24-e717-4f65-a7da-a2627220c4b8" providerId="ADAL" clId="{BCC8B621-AE70-4CB3-88B3-F4F402EB5F57}" dt="2022-03-22T11:50:32.686" v="43" actId="20577"/>
        <pc:sldMkLst>
          <pc:docMk/>
          <pc:sldMk cId="1965210602" sldId="260"/>
        </pc:sldMkLst>
        <pc:spChg chg="mod">
          <ac:chgData name="Kim, Jae H MAJ" userId="accc2f24-e717-4f65-a7da-a2627220c4b8" providerId="ADAL" clId="{BCC8B621-AE70-4CB3-88B3-F4F402EB5F57}" dt="2022-03-22T11:50:32.686" v="43" actId="20577"/>
          <ac:spMkLst>
            <pc:docMk/>
            <pc:sldMk cId="1965210602" sldId="260"/>
            <ac:spMk id="7" creationId="{55661805-6A49-403C-979A-6A19F94C7216}"/>
          </ac:spMkLst>
        </pc:spChg>
      </pc:sldChg>
      <pc:sldChg chg="modSp add mod">
        <pc:chgData name="Kim, Jae H MAJ" userId="accc2f24-e717-4f65-a7da-a2627220c4b8" providerId="ADAL" clId="{BCC8B621-AE70-4CB3-88B3-F4F402EB5F57}" dt="2022-03-22T11:52:10.187" v="138" actId="20577"/>
        <pc:sldMkLst>
          <pc:docMk/>
          <pc:sldMk cId="3385210387" sldId="261"/>
        </pc:sldMkLst>
        <pc:spChg chg="mod">
          <ac:chgData name="Kim, Jae H MAJ" userId="accc2f24-e717-4f65-a7da-a2627220c4b8" providerId="ADAL" clId="{BCC8B621-AE70-4CB3-88B3-F4F402EB5F57}" dt="2022-03-22T11:50:55.173" v="56" actId="20577"/>
          <ac:spMkLst>
            <pc:docMk/>
            <pc:sldMk cId="3385210387" sldId="261"/>
            <ac:spMk id="2" creationId="{BE15C283-6C3C-394B-90E4-5599ADAE3806}"/>
          </ac:spMkLst>
        </pc:spChg>
        <pc:spChg chg="mod">
          <ac:chgData name="Kim, Jae H MAJ" userId="accc2f24-e717-4f65-a7da-a2627220c4b8" providerId="ADAL" clId="{BCC8B621-AE70-4CB3-88B3-F4F402EB5F57}" dt="2022-03-22T11:52:10.187" v="138" actId="20577"/>
          <ac:spMkLst>
            <pc:docMk/>
            <pc:sldMk cId="3385210387" sldId="261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5B18486E-89B6-45C7-8050-09CBE85832AD}"/>
    <pc:docChg chg="undo custSel modSld">
      <pc:chgData name="Kim, Jae H MAJ" userId="accc2f24-e717-4f65-a7da-a2627220c4b8" providerId="ADAL" clId="{5B18486E-89B6-45C7-8050-09CBE85832AD}" dt="2022-03-22T11:46:19.693" v="79" actId="20577"/>
      <pc:docMkLst>
        <pc:docMk/>
      </pc:docMkLst>
      <pc:sldChg chg="modSp mod">
        <pc:chgData name="Kim, Jae H MAJ" userId="accc2f24-e717-4f65-a7da-a2627220c4b8" providerId="ADAL" clId="{5B18486E-89B6-45C7-8050-09CBE85832AD}" dt="2022-03-22T11:46:19.693" v="79" actId="20577"/>
        <pc:sldMkLst>
          <pc:docMk/>
          <pc:sldMk cId="3859366770" sldId="257"/>
        </pc:sldMkLst>
        <pc:spChg chg="mod">
          <ac:chgData name="Kim, Jae H MAJ" userId="accc2f24-e717-4f65-a7da-a2627220c4b8" providerId="ADAL" clId="{5B18486E-89B6-45C7-8050-09CBE85832AD}" dt="2022-03-22T11:46:19.693" v="79" actId="20577"/>
          <ac:spMkLst>
            <pc:docMk/>
            <pc:sldMk cId="3859366770" sldId="257"/>
            <ac:spMk id="2" creationId="{6CD4C77A-7A0A-7941-A1CA-5F95F3A2BFB4}"/>
          </ac:spMkLst>
        </pc:spChg>
      </pc:sldChg>
      <pc:sldChg chg="addSp modSp mod">
        <pc:chgData name="Kim, Jae H MAJ" userId="accc2f24-e717-4f65-a7da-a2627220c4b8" providerId="ADAL" clId="{5B18486E-89B6-45C7-8050-09CBE85832AD}" dt="2022-03-22T11:46:11.123" v="77" actId="1076"/>
        <pc:sldMkLst>
          <pc:docMk/>
          <pc:sldMk cId="2891860099" sldId="259"/>
        </pc:sldMkLst>
        <pc:spChg chg="mod">
          <ac:chgData name="Kim, Jae H MAJ" userId="accc2f24-e717-4f65-a7da-a2627220c4b8" providerId="ADAL" clId="{5B18486E-89B6-45C7-8050-09CBE85832AD}" dt="2022-03-22T11:45:43.003" v="75"/>
          <ac:spMkLst>
            <pc:docMk/>
            <pc:sldMk cId="2891860099" sldId="259"/>
            <ac:spMk id="7" creationId="{55661805-6A49-403C-979A-6A19F94C7216}"/>
          </ac:spMkLst>
        </pc:spChg>
        <pc:picChg chg="add mod">
          <ac:chgData name="Kim, Jae H MAJ" userId="accc2f24-e717-4f65-a7da-a2627220c4b8" providerId="ADAL" clId="{5B18486E-89B6-45C7-8050-09CBE85832AD}" dt="2022-03-22T11:46:11.123" v="77" actId="1076"/>
          <ac:picMkLst>
            <pc:docMk/>
            <pc:sldMk cId="2891860099" sldId="259"/>
            <ac:picMk id="4" creationId="{158C9C80-9F67-4D6A-969A-6A89D355061F}"/>
          </ac:picMkLst>
        </pc:picChg>
      </pc:sldChg>
      <pc:sldChg chg="modSp mod">
        <pc:chgData name="Kim, Jae H MAJ" userId="accc2f24-e717-4f65-a7da-a2627220c4b8" providerId="ADAL" clId="{5B18486E-89B6-45C7-8050-09CBE85832AD}" dt="2022-03-22T11:44:44.179" v="1"/>
        <pc:sldMkLst>
          <pc:docMk/>
          <pc:sldMk cId="1965210602" sldId="260"/>
        </pc:sldMkLst>
        <pc:spChg chg="mod">
          <ac:chgData name="Kim, Jae H MAJ" userId="accc2f24-e717-4f65-a7da-a2627220c4b8" providerId="ADAL" clId="{5B18486E-89B6-45C7-8050-09CBE85832AD}" dt="2022-03-22T11:44:44.179" v="1"/>
          <ac:spMkLst>
            <pc:docMk/>
            <pc:sldMk cId="1965210602" sldId="260"/>
            <ac:spMk id="7" creationId="{55661805-6A49-403C-979A-6A19F94C7216}"/>
          </ac:spMkLst>
        </pc:spChg>
      </pc:sldChg>
    </pc:docChg>
  </pc:docChgLst>
  <pc:docChgLst>
    <pc:chgData name="Jae Kim" userId="accc2f24-e717-4f65-a7da-a2627220c4b8" providerId="ADAL" clId="{888B0E11-6B18-4AF7-9E29-EB933B80EBDF}"/>
    <pc:docChg chg="undo custSel addSld modSld">
      <pc:chgData name="Jae Kim" userId="accc2f24-e717-4f65-a7da-a2627220c4b8" providerId="ADAL" clId="{888B0E11-6B18-4AF7-9E29-EB933B80EBDF}" dt="2022-03-16T14:49:07.399" v="37" actId="1076"/>
      <pc:docMkLst>
        <pc:docMk/>
      </pc:docMkLst>
      <pc:sldChg chg="addSp delSp modSp mod">
        <pc:chgData name="Jae Kim" userId="accc2f24-e717-4f65-a7da-a2627220c4b8" providerId="ADAL" clId="{888B0E11-6B18-4AF7-9E29-EB933B80EBDF}" dt="2022-03-16T14:49:07.399" v="37" actId="1076"/>
        <pc:sldMkLst>
          <pc:docMk/>
          <pc:sldMk cId="289278416" sldId="258"/>
        </pc:sldMkLst>
        <pc:spChg chg="mod">
          <ac:chgData name="Jae Kim" userId="accc2f24-e717-4f65-a7da-a2627220c4b8" providerId="ADAL" clId="{888B0E11-6B18-4AF7-9E29-EB933B80EBDF}" dt="2022-03-16T14:44:46.575" v="9" actId="20577"/>
          <ac:spMkLst>
            <pc:docMk/>
            <pc:sldMk cId="289278416" sldId="258"/>
            <ac:spMk id="2" creationId="{BE15C283-6C3C-394B-90E4-5599ADAE3806}"/>
          </ac:spMkLst>
        </pc:spChg>
        <pc:spChg chg="mod">
          <ac:chgData name="Jae Kim" userId="accc2f24-e717-4f65-a7da-a2627220c4b8" providerId="ADAL" clId="{888B0E11-6B18-4AF7-9E29-EB933B80EBDF}" dt="2022-03-16T14:45:26.821" v="14"/>
          <ac:spMkLst>
            <pc:docMk/>
            <pc:sldMk cId="289278416" sldId="258"/>
            <ac:spMk id="7" creationId="{55661805-6A49-403C-979A-6A19F94C7216}"/>
          </ac:spMkLst>
        </pc:spChg>
        <pc:spChg chg="add del">
          <ac:chgData name="Jae Kim" userId="accc2f24-e717-4f65-a7da-a2627220c4b8" providerId="ADAL" clId="{888B0E11-6B18-4AF7-9E29-EB933B80EBDF}" dt="2022-03-16T14:45:25.639" v="12" actId="22"/>
          <ac:spMkLst>
            <pc:docMk/>
            <pc:sldMk cId="289278416" sldId="258"/>
            <ac:spMk id="8" creationId="{BC44F135-B97F-48AB-A3B7-7CE58C1962CB}"/>
          </ac:spMkLst>
        </pc:spChg>
        <pc:spChg chg="add mod">
          <ac:chgData name="Jae Kim" userId="accc2f24-e717-4f65-a7da-a2627220c4b8" providerId="ADAL" clId="{888B0E11-6B18-4AF7-9E29-EB933B80EBDF}" dt="2022-03-16T14:49:07.399" v="37" actId="1076"/>
          <ac:spMkLst>
            <pc:docMk/>
            <pc:sldMk cId="289278416" sldId="258"/>
            <ac:spMk id="13" creationId="{EB80C73F-3070-4C57-A180-943B96FAFB65}"/>
          </ac:spMkLst>
        </pc:spChg>
        <pc:picChg chg="add mod">
          <ac:chgData name="Jae Kim" userId="accc2f24-e717-4f65-a7da-a2627220c4b8" providerId="ADAL" clId="{888B0E11-6B18-4AF7-9E29-EB933B80EBDF}" dt="2022-03-16T14:47:35.862" v="32" actId="1076"/>
          <ac:picMkLst>
            <pc:docMk/>
            <pc:sldMk cId="289278416" sldId="258"/>
            <ac:picMk id="5" creationId="{7E859A5F-3163-45D3-85DB-58F954BD3B24}"/>
          </ac:picMkLst>
        </pc:picChg>
      </pc:sldChg>
      <pc:sldChg chg="add">
        <pc:chgData name="Jae Kim" userId="accc2f24-e717-4f65-a7da-a2627220c4b8" providerId="ADAL" clId="{888B0E11-6B18-4AF7-9E29-EB933B80EBDF}" dt="2022-03-16T14:44:42.243" v="0"/>
        <pc:sldMkLst>
          <pc:docMk/>
          <pc:sldMk cId="1965210602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18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77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3/22/2022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3/22/2022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605494DE-B078-4D87-BB01-C843206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A0576B0-CD8C-4661-95C8-A9F2CE7C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3FF60E2B-3919-423C-B1FF-56CDE668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122363"/>
            <a:ext cx="3308130" cy="2387600"/>
          </a:xfrm>
        </p:spPr>
        <p:txBody>
          <a:bodyPr>
            <a:normAutofit/>
          </a:bodyPr>
          <a:lstStyle/>
          <a:p>
            <a:pPr algn="l"/>
            <a:r>
              <a:rPr lang="en-US" sz="3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Lesson </a:t>
            </a:r>
            <a:r>
              <a:rPr lang="en-US" sz="3800" dirty="0">
                <a:solidFill>
                  <a:srgbClr val="FFFFFF"/>
                </a:solidFill>
                <a:ea typeface="Roboto" panose="02000000000000000000" pitchFamily="2" charset="0"/>
              </a:rPr>
              <a:t>25</a:t>
            </a:r>
            <a:r>
              <a:rPr lang="en-US" sz="3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3800" dirty="0">
                <a:solidFill>
                  <a:srgbClr val="FFFFFF"/>
                </a:solidFill>
              </a:rPr>
              <a:t>Exploratory Data Analysis</a:t>
            </a:r>
            <a:endParaRPr lang="en-US" sz="3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602038"/>
            <a:ext cx="3308131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20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pic>
        <p:nvPicPr>
          <p:cNvPr id="1026" name="Picture 2" descr="Automated exploratory data analysis in R">
            <a:extLst>
              <a:ext uri="{FF2B5EF4-FFF2-40B4-BE49-F238E27FC236}">
                <a16:creationId xmlns:a16="http://schemas.microsoft.com/office/drawing/2014/main" id="{DE566A38-0AE9-476A-8BFD-004A67615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0996" y="1531025"/>
            <a:ext cx="6274296" cy="379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25: Data Visualization II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Visualize and summarize data to understand variation, typical values, and unusual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Visualize and summarize data to understand co-variation between variables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Generate hypothesis about data using visualization, transformation, and modeling"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521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Lesson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26: WPR Review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WPR – In class on </a:t>
            </a:r>
            <a:r>
              <a:rPr lang="en-US" sz="3200"/>
              <a:t>Lesson 27 (01APR2022)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85210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86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25: Exploratory Data Analysis</vt:lpstr>
      <vt:lpstr>Today</vt:lpstr>
      <vt:lpstr>Next Lesson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4</cp:revision>
  <dcterms:created xsi:type="dcterms:W3CDTF">2022-02-03T16:03:15Z</dcterms:created>
  <dcterms:modified xsi:type="dcterms:W3CDTF">2022-03-22T11:52:11Z</dcterms:modified>
</cp:coreProperties>
</file>